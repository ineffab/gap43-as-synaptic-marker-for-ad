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EEA38F-0C79-40C3-AA46-48B29ACAE404}" v="5" dt="2025-04-03T10:50:37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2" d="100"/>
          <a:sy n="52" d="100"/>
        </p:scale>
        <p:origin x="14" y="-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Richetin" userId="b0ccaec20e10084c" providerId="LiveId" clId="{D4EEA38F-0C79-40C3-AA46-48B29ACAE404}"/>
    <pc:docChg chg="undo custSel addSld delSld modSld">
      <pc:chgData name="Kevin Richetin" userId="b0ccaec20e10084c" providerId="LiveId" clId="{D4EEA38F-0C79-40C3-AA46-48B29ACAE404}" dt="2025-04-03T10:51:26.725" v="175" actId="20577"/>
      <pc:docMkLst>
        <pc:docMk/>
      </pc:docMkLst>
      <pc:sldChg chg="addSp delSp modSp mod">
        <pc:chgData name="Kevin Richetin" userId="b0ccaec20e10084c" providerId="LiveId" clId="{D4EEA38F-0C79-40C3-AA46-48B29ACAE404}" dt="2025-04-03T10:51:26.725" v="175" actId="20577"/>
        <pc:sldMkLst>
          <pc:docMk/>
          <pc:sldMk cId="1198766444" sldId="256"/>
        </pc:sldMkLst>
        <pc:spChg chg="add mod">
          <ac:chgData name="Kevin Richetin" userId="b0ccaec20e10084c" providerId="LiveId" clId="{D4EEA38F-0C79-40C3-AA46-48B29ACAE404}" dt="2025-04-03T10:51:26.725" v="175" actId="20577"/>
          <ac:spMkLst>
            <pc:docMk/>
            <pc:sldMk cId="1198766444" sldId="256"/>
            <ac:spMk id="4" creationId="{6257CFD7-A077-FD72-9457-BE871E381E6B}"/>
          </ac:spMkLst>
        </pc:spChg>
        <pc:spChg chg="mod">
          <ac:chgData name="Kevin Richetin" userId="b0ccaec20e10084c" providerId="LiveId" clId="{D4EEA38F-0C79-40C3-AA46-48B29ACAE404}" dt="2025-01-28T13:19:35.313" v="33" actId="1076"/>
          <ac:spMkLst>
            <pc:docMk/>
            <pc:sldMk cId="1198766444" sldId="256"/>
            <ac:spMk id="10" creationId="{5DD780BA-7E8B-4D35-0CD6-ADFD145C330A}"/>
          </ac:spMkLst>
        </pc:spChg>
        <pc:spChg chg="mod">
          <ac:chgData name="Kevin Richetin" userId="b0ccaec20e10084c" providerId="LiveId" clId="{D4EEA38F-0C79-40C3-AA46-48B29ACAE404}" dt="2025-01-28T13:19:35.313" v="33" actId="1076"/>
          <ac:spMkLst>
            <pc:docMk/>
            <pc:sldMk cId="1198766444" sldId="256"/>
            <ac:spMk id="11" creationId="{1C32B374-30AF-DFCF-F235-3226C90DB40F}"/>
          </ac:spMkLst>
        </pc:spChg>
        <pc:spChg chg="mod">
          <ac:chgData name="Kevin Richetin" userId="b0ccaec20e10084c" providerId="LiveId" clId="{D4EEA38F-0C79-40C3-AA46-48B29ACAE404}" dt="2025-01-28T13:19:40.015" v="34" actId="14100"/>
          <ac:spMkLst>
            <pc:docMk/>
            <pc:sldMk cId="1198766444" sldId="256"/>
            <ac:spMk id="169" creationId="{968C547A-03AA-EFB7-BB70-5F6981D7E911}"/>
          </ac:spMkLst>
        </pc:spChg>
        <pc:grpChg chg="mod">
          <ac:chgData name="Kevin Richetin" userId="b0ccaec20e10084c" providerId="LiveId" clId="{D4EEA38F-0C79-40C3-AA46-48B29ACAE404}" dt="2025-01-28T13:19:40.015" v="34" actId="14100"/>
          <ac:grpSpMkLst>
            <pc:docMk/>
            <pc:sldMk cId="1198766444" sldId="256"/>
            <ac:grpSpMk id="110" creationId="{2835C385-148B-2A07-9047-05AA1B727284}"/>
          </ac:grpSpMkLst>
        </pc:grpChg>
        <pc:grpChg chg="mod">
          <ac:chgData name="Kevin Richetin" userId="b0ccaec20e10084c" providerId="LiveId" clId="{D4EEA38F-0C79-40C3-AA46-48B29ACAE404}" dt="2025-01-28T13:19:40.015" v="34" actId="14100"/>
          <ac:grpSpMkLst>
            <pc:docMk/>
            <pc:sldMk cId="1198766444" sldId="256"/>
            <ac:grpSpMk id="112" creationId="{E89A8710-3572-5F49-86CF-55E618F8B165}"/>
          </ac:grpSpMkLst>
        </pc:grpChg>
        <pc:grpChg chg="mod">
          <ac:chgData name="Kevin Richetin" userId="b0ccaec20e10084c" providerId="LiveId" clId="{D4EEA38F-0C79-40C3-AA46-48B29ACAE404}" dt="2025-01-28T13:19:40.015" v="34" actId="14100"/>
          <ac:grpSpMkLst>
            <pc:docMk/>
            <pc:sldMk cId="1198766444" sldId="256"/>
            <ac:grpSpMk id="158" creationId="{CEB046BF-17D2-D3D4-AE54-09A753AD8156}"/>
          </ac:grpSpMkLst>
        </pc:grpChg>
        <pc:graphicFrameChg chg="mod">
          <ac:chgData name="Kevin Richetin" userId="b0ccaec20e10084c" providerId="LiveId" clId="{D4EEA38F-0C79-40C3-AA46-48B29ACAE404}" dt="2025-01-29T11:47:59.611" v="37" actId="1076"/>
          <ac:graphicFrameMkLst>
            <pc:docMk/>
            <pc:sldMk cId="1198766444" sldId="256"/>
            <ac:graphicFrameMk id="7" creationId="{CB88B1D8-047F-ECFE-F1D6-892FA252C669}"/>
          </ac:graphicFrameMkLst>
        </pc:graphicFrameChg>
        <pc:graphicFrameChg chg="mod">
          <ac:chgData name="Kevin Richetin" userId="b0ccaec20e10084c" providerId="LiveId" clId="{D4EEA38F-0C79-40C3-AA46-48B29ACAE404}" dt="2025-01-29T11:47:59.611" v="37" actId="1076"/>
          <ac:graphicFrameMkLst>
            <pc:docMk/>
            <pc:sldMk cId="1198766444" sldId="256"/>
            <ac:graphicFrameMk id="8" creationId="{57E2E421-D378-B8C8-AD62-CC401FE040A3}"/>
          </ac:graphicFrameMkLst>
        </pc:graphicFrameChg>
        <pc:graphicFrameChg chg="mod modGraphic">
          <ac:chgData name="Kevin Richetin" userId="b0ccaec20e10084c" providerId="LiveId" clId="{D4EEA38F-0C79-40C3-AA46-48B29ACAE404}" dt="2025-01-29T11:47:59.611" v="37" actId="1076"/>
          <ac:graphicFrameMkLst>
            <pc:docMk/>
            <pc:sldMk cId="1198766444" sldId="256"/>
            <ac:graphicFrameMk id="9" creationId="{9593FDC3-C4E5-E8DC-F631-35C6FB902A22}"/>
          </ac:graphicFrameMkLst>
        </pc:graphicFrameChg>
        <pc:picChg chg="mod">
          <ac:chgData name="Kevin Richetin" userId="b0ccaec20e10084c" providerId="LiveId" clId="{D4EEA38F-0C79-40C3-AA46-48B29ACAE404}" dt="2025-01-28T13:19:40.015" v="34" actId="14100"/>
          <ac:picMkLst>
            <pc:docMk/>
            <pc:sldMk cId="1198766444" sldId="256"/>
            <ac:picMk id="5" creationId="{A1547B26-1611-6911-7AD7-F3A4BE3A3F7C}"/>
          </ac:picMkLst>
        </pc:picChg>
      </pc:sldChg>
      <pc:sldChg chg="addSp delSp modSp new del mod">
        <pc:chgData name="Kevin Richetin" userId="b0ccaec20e10084c" providerId="LiveId" clId="{D4EEA38F-0C79-40C3-AA46-48B29ACAE404}" dt="2025-01-16T12:26:52.039" v="30" actId="47"/>
        <pc:sldMkLst>
          <pc:docMk/>
          <pc:sldMk cId="3261898770" sldId="257"/>
        </pc:sldMkLst>
      </pc:sldChg>
    </pc:docChg>
  </pc:docChgLst>
  <pc:docChgLst>
    <pc:chgData name="Aatmika Barve" userId="778fd8b1b8220c1c" providerId="LiveId" clId="{EE2F968F-9FDB-4CC8-893D-0CAB811CB5A4}"/>
    <pc:docChg chg="undo custSel modSld">
      <pc:chgData name="Aatmika Barve" userId="778fd8b1b8220c1c" providerId="LiveId" clId="{EE2F968F-9FDB-4CC8-893D-0CAB811CB5A4}" dt="2025-01-16T14:02:49.228" v="312" actId="1076"/>
      <pc:docMkLst>
        <pc:docMk/>
      </pc:docMkLst>
      <pc:sldChg chg="addSp delSp modSp mod">
        <pc:chgData name="Aatmika Barve" userId="778fd8b1b8220c1c" providerId="LiveId" clId="{EE2F968F-9FDB-4CC8-893D-0CAB811CB5A4}" dt="2025-01-16T14:02:49.228" v="312" actId="1076"/>
        <pc:sldMkLst>
          <pc:docMk/>
          <pc:sldMk cId="1198766444" sldId="256"/>
        </pc:sldMkLst>
        <pc:spChg chg="add mod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2" creationId="{D0997D22-FD39-0274-BE8F-E82DFA30E161}"/>
          </ac:spMkLst>
        </pc:spChg>
        <pc:spChg chg="add mod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3" creationId="{BA3F5C78-52B0-BFC3-6C47-100509C147B6}"/>
          </ac:spMkLst>
        </pc:spChg>
        <pc:spChg chg="add mod">
          <ac:chgData name="Aatmika Barve" userId="778fd8b1b8220c1c" providerId="LiveId" clId="{EE2F968F-9FDB-4CC8-893D-0CAB811CB5A4}" dt="2025-01-16T14:01:35.050" v="304" actId="164"/>
          <ac:spMkLst>
            <pc:docMk/>
            <pc:sldMk cId="1198766444" sldId="256"/>
            <ac:spMk id="29" creationId="{7E11CB96-6D15-6F33-03E9-A833C1AC3F95}"/>
          </ac:spMkLst>
        </pc:spChg>
        <pc:spChg chg="add mod">
          <ac:chgData name="Aatmika Barve" userId="778fd8b1b8220c1c" providerId="LiveId" clId="{EE2F968F-9FDB-4CC8-893D-0CAB811CB5A4}" dt="2025-01-16T14:01:35.050" v="304" actId="164"/>
          <ac:spMkLst>
            <pc:docMk/>
            <pc:sldMk cId="1198766444" sldId="256"/>
            <ac:spMk id="30" creationId="{655C2008-12D7-4CC6-006A-3901EC74FBDE}"/>
          </ac:spMkLst>
        </pc:spChg>
        <pc:spChg chg="add mod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98" creationId="{204FC2CE-890E-0AEB-5829-31DCD5BFD29F}"/>
          </ac:spMkLst>
        </pc:spChg>
        <pc:spChg chg="mod topLvl">
          <ac:chgData name="Aatmika Barve" userId="778fd8b1b8220c1c" providerId="LiveId" clId="{EE2F968F-9FDB-4CC8-893D-0CAB811CB5A4}" dt="2025-01-16T14:02:27.856" v="309" actId="164"/>
          <ac:spMkLst>
            <pc:docMk/>
            <pc:sldMk cId="1198766444" sldId="256"/>
            <ac:spMk id="130" creationId="{052FB378-BEEA-7761-A6CF-47E8C3111ADF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1" creationId="{79637091-22F9-C856-167D-80A77B1D3468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2" creationId="{17496A0D-AB01-1466-85A4-DAD06711E86F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3" creationId="{1C49701A-BAEB-799E-0BF9-AA2DA908EEA3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4" creationId="{60A321BD-F0BC-0FC9-A62F-9F950AEE8584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5" creationId="{3B5BFC33-8A4A-8D0D-0CD1-0F8F0C6A07C8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6" creationId="{968E71A7-BDA1-12A9-548D-83DDFBAC2EFC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7" creationId="{CC1EBCF9-F78D-0154-90E8-CC52A91D6A34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8" creationId="{5A080D4B-F699-EF7E-B30D-9E155EDFFEA7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39" creationId="{C506394F-3A4A-912C-0FBF-7487C2F45660}"/>
          </ac:spMkLst>
        </pc:spChg>
        <pc:spChg chg="mod">
          <ac:chgData name="Aatmika Barve" userId="778fd8b1b8220c1c" providerId="LiveId" clId="{EE2F968F-9FDB-4CC8-893D-0CAB811CB5A4}" dt="2025-01-16T14:01:06.798" v="301" actId="165"/>
          <ac:spMkLst>
            <pc:docMk/>
            <pc:sldMk cId="1198766444" sldId="256"/>
            <ac:spMk id="140" creationId="{3D254E23-D48A-0CF3-D4F5-0F2198716F2F}"/>
          </ac:spMkLst>
        </pc:spChg>
        <pc:spChg chg="mod topLvl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142" creationId="{7A4E3EA2-99C3-0736-ED25-FAB731CDB953}"/>
          </ac:spMkLst>
        </pc:spChg>
        <pc:spChg chg="mod topLvl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144" creationId="{738DD648-E744-3927-5411-BBE5ACAA2387}"/>
          </ac:spMkLst>
        </pc:spChg>
        <pc:spChg chg="mod topLvl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145" creationId="{DA586294-9F1D-207A-39D5-A264436DE695}"/>
          </ac:spMkLst>
        </pc:spChg>
        <pc:spChg chg="mod topLvl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146" creationId="{D65EC29B-D4DC-BF4A-CA15-192DC323EB86}"/>
          </ac:spMkLst>
        </pc:spChg>
        <pc:spChg chg="mod topLvl">
          <ac:chgData name="Aatmika Barve" userId="778fd8b1b8220c1c" providerId="LiveId" clId="{EE2F968F-9FDB-4CC8-893D-0CAB811CB5A4}" dt="2025-01-16T14:00:26.555" v="297" actId="164"/>
          <ac:spMkLst>
            <pc:docMk/>
            <pc:sldMk cId="1198766444" sldId="256"/>
            <ac:spMk id="147" creationId="{3E616029-4B4C-7BEE-401D-1832D1A7CEAF}"/>
          </ac:spMkLst>
        </pc:spChg>
        <pc:spChg chg="mod">
          <ac:chgData name="Aatmika Barve" userId="778fd8b1b8220c1c" providerId="LiveId" clId="{EE2F968F-9FDB-4CC8-893D-0CAB811CB5A4}" dt="2025-01-16T13:58:59.411" v="290" actId="164"/>
          <ac:spMkLst>
            <pc:docMk/>
            <pc:sldMk cId="1198766444" sldId="256"/>
            <ac:spMk id="148" creationId="{9E697D1C-08A6-FCF1-3BE3-128139D09903}"/>
          </ac:spMkLst>
        </pc:spChg>
        <pc:spChg chg="mod">
          <ac:chgData name="Aatmika Barve" userId="778fd8b1b8220c1c" providerId="LiveId" clId="{EE2F968F-9FDB-4CC8-893D-0CAB811CB5A4}" dt="2025-01-16T13:58:59.411" v="290" actId="164"/>
          <ac:spMkLst>
            <pc:docMk/>
            <pc:sldMk cId="1198766444" sldId="256"/>
            <ac:spMk id="152" creationId="{3DC39E1C-5A4B-9B54-2954-751966B723F5}"/>
          </ac:spMkLst>
        </pc:spChg>
        <pc:spChg chg="mod">
          <ac:chgData name="Aatmika Barve" userId="778fd8b1b8220c1c" providerId="LiveId" clId="{EE2F968F-9FDB-4CC8-893D-0CAB811CB5A4}" dt="2025-01-16T13:58:59.411" v="290" actId="164"/>
          <ac:spMkLst>
            <pc:docMk/>
            <pc:sldMk cId="1198766444" sldId="256"/>
            <ac:spMk id="153" creationId="{6EA64121-04D4-7E76-C4E1-76A6F1305010}"/>
          </ac:spMkLst>
        </pc:spChg>
        <pc:spChg chg="mod">
          <ac:chgData name="Aatmika Barve" userId="778fd8b1b8220c1c" providerId="LiveId" clId="{EE2F968F-9FDB-4CC8-893D-0CAB811CB5A4}" dt="2025-01-16T13:58:59.411" v="290" actId="164"/>
          <ac:spMkLst>
            <pc:docMk/>
            <pc:sldMk cId="1198766444" sldId="256"/>
            <ac:spMk id="155" creationId="{14ADE135-599C-9AF3-FD11-DABC173BA8F3}"/>
          </ac:spMkLst>
        </pc:spChg>
        <pc:spChg chg="mod">
          <ac:chgData name="Aatmika Barve" userId="778fd8b1b8220c1c" providerId="LiveId" clId="{EE2F968F-9FDB-4CC8-893D-0CAB811CB5A4}" dt="2025-01-16T14:02:44.025" v="311" actId="1076"/>
          <ac:spMkLst>
            <pc:docMk/>
            <pc:sldMk cId="1198766444" sldId="256"/>
            <ac:spMk id="169" creationId="{968C547A-03AA-EFB7-BB70-5F6981D7E911}"/>
          </ac:spMkLst>
        </pc:spChg>
        <pc:grpChg chg="add mod">
          <ac:chgData name="Aatmika Barve" userId="778fd8b1b8220c1c" providerId="LiveId" clId="{EE2F968F-9FDB-4CC8-893D-0CAB811CB5A4}" dt="2025-01-16T14:00:26.555" v="297" actId="164"/>
          <ac:grpSpMkLst>
            <pc:docMk/>
            <pc:sldMk cId="1198766444" sldId="256"/>
            <ac:grpSpMk id="109" creationId="{83050910-63C6-EA70-42B1-C92C6DDB7EA3}"/>
          </ac:grpSpMkLst>
        </pc:grpChg>
        <pc:grpChg chg="add mod">
          <ac:chgData name="Aatmika Barve" userId="778fd8b1b8220c1c" providerId="LiveId" clId="{EE2F968F-9FDB-4CC8-893D-0CAB811CB5A4}" dt="2025-01-16T14:00:31.737" v="298" actId="1076"/>
          <ac:grpSpMkLst>
            <pc:docMk/>
            <pc:sldMk cId="1198766444" sldId="256"/>
            <ac:grpSpMk id="110" creationId="{2835C385-148B-2A07-9047-05AA1B727284}"/>
          </ac:grpSpMkLst>
        </pc:grpChg>
        <pc:grpChg chg="add mod">
          <ac:chgData name="Aatmika Barve" userId="778fd8b1b8220c1c" providerId="LiveId" clId="{EE2F968F-9FDB-4CC8-893D-0CAB811CB5A4}" dt="2025-01-16T14:02:27.856" v="309" actId="164"/>
          <ac:grpSpMkLst>
            <pc:docMk/>
            <pc:sldMk cId="1198766444" sldId="256"/>
            <ac:grpSpMk id="111" creationId="{00445EF8-5ED1-60C5-34AF-222E4B70C923}"/>
          </ac:grpSpMkLst>
        </pc:grpChg>
        <pc:grpChg chg="add mod">
          <ac:chgData name="Aatmika Barve" userId="778fd8b1b8220c1c" providerId="LiveId" clId="{EE2F968F-9FDB-4CC8-893D-0CAB811CB5A4}" dt="2025-01-16T14:02:36.770" v="310" actId="1076"/>
          <ac:grpSpMkLst>
            <pc:docMk/>
            <pc:sldMk cId="1198766444" sldId="256"/>
            <ac:grpSpMk id="112" creationId="{E89A8710-3572-5F49-86CF-55E618F8B165}"/>
          </ac:grpSpMkLst>
        </pc:grpChg>
        <pc:grpChg chg="mod topLvl">
          <ac:chgData name="Aatmika Barve" userId="778fd8b1b8220c1c" providerId="LiveId" clId="{EE2F968F-9FDB-4CC8-893D-0CAB811CB5A4}" dt="2025-01-16T14:01:35.050" v="304" actId="164"/>
          <ac:grpSpMkLst>
            <pc:docMk/>
            <pc:sldMk cId="1198766444" sldId="256"/>
            <ac:grpSpMk id="129" creationId="{F55A6F14-522E-012B-76EE-E4A83D8D6213}"/>
          </ac:grpSpMkLst>
        </pc:grpChg>
        <pc:grpChg chg="mod topLvl">
          <ac:chgData name="Aatmika Barve" userId="778fd8b1b8220c1c" providerId="LiveId" clId="{EE2F968F-9FDB-4CC8-893D-0CAB811CB5A4}" dt="2025-01-16T13:59:42.176" v="295" actId="164"/>
          <ac:grpSpMkLst>
            <pc:docMk/>
            <pc:sldMk cId="1198766444" sldId="256"/>
            <ac:grpSpMk id="143" creationId="{5F325C3D-0048-C37B-2A0D-015DBD5C5B10}"/>
          </ac:grpSpMkLst>
        </pc:grpChg>
        <pc:grpChg chg="mod">
          <ac:chgData name="Aatmika Barve" userId="778fd8b1b8220c1c" providerId="LiveId" clId="{EE2F968F-9FDB-4CC8-893D-0CAB811CB5A4}" dt="2025-01-16T13:58:59.411" v="290" actId="164"/>
          <ac:grpSpMkLst>
            <pc:docMk/>
            <pc:sldMk cId="1198766444" sldId="256"/>
            <ac:grpSpMk id="151" creationId="{176ABB23-E0FD-6706-71C5-C6F5E6949923}"/>
          </ac:grpSpMkLst>
        </pc:grpChg>
        <pc:grpChg chg="mod">
          <ac:chgData name="Aatmika Barve" userId="778fd8b1b8220c1c" providerId="LiveId" clId="{EE2F968F-9FDB-4CC8-893D-0CAB811CB5A4}" dt="2025-01-16T14:02:49.228" v="312" actId="1076"/>
          <ac:grpSpMkLst>
            <pc:docMk/>
            <pc:sldMk cId="1198766444" sldId="256"/>
            <ac:grpSpMk id="158" creationId="{CEB046BF-17D2-D3D4-AE54-09A753AD8156}"/>
          </ac:grpSpMkLst>
        </pc:grpChg>
        <pc:picChg chg="mod">
          <ac:chgData name="Aatmika Barve" userId="778fd8b1b8220c1c" providerId="LiveId" clId="{EE2F968F-9FDB-4CC8-893D-0CAB811CB5A4}" dt="2025-01-16T13:05:11.438" v="217" actId="1076"/>
          <ac:picMkLst>
            <pc:docMk/>
            <pc:sldMk cId="1198766444" sldId="256"/>
            <ac:picMk id="5" creationId="{A1547B26-1611-6911-7AD7-F3A4BE3A3F7C}"/>
          </ac:picMkLst>
        </pc:picChg>
        <pc:cxnChg chg="add mod">
          <ac:chgData name="Aatmika Barve" userId="778fd8b1b8220c1c" providerId="LiveId" clId="{EE2F968F-9FDB-4CC8-893D-0CAB811CB5A4}" dt="2025-01-16T14:00:26.555" v="297" actId="164"/>
          <ac:cxnSpMkLst>
            <pc:docMk/>
            <pc:sldMk cId="1198766444" sldId="256"/>
            <ac:cxnSpMk id="15" creationId="{66DCA41C-8732-B3A5-B897-B4E546E1356B}"/>
          </ac:cxnSpMkLst>
        </pc:cxnChg>
        <pc:cxnChg chg="add mod">
          <ac:chgData name="Aatmika Barve" userId="778fd8b1b8220c1c" providerId="LiveId" clId="{EE2F968F-9FDB-4CC8-893D-0CAB811CB5A4}" dt="2025-01-16T13:59:42.176" v="295" actId="164"/>
          <ac:cxnSpMkLst>
            <pc:docMk/>
            <pc:sldMk cId="1198766444" sldId="256"/>
            <ac:cxnSpMk id="31" creationId="{7D9FB2FB-BD63-84F8-266E-B5D026C26CB2}"/>
          </ac:cxnSpMkLst>
        </pc:cxnChg>
        <pc:cxnChg chg="add mod">
          <ac:chgData name="Aatmika Barve" userId="778fd8b1b8220c1c" providerId="LiveId" clId="{EE2F968F-9FDB-4CC8-893D-0CAB811CB5A4}" dt="2025-01-16T14:00:26.555" v="297" actId="164"/>
          <ac:cxnSpMkLst>
            <pc:docMk/>
            <pc:sldMk cId="1198766444" sldId="256"/>
            <ac:cxnSpMk id="96" creationId="{48A98146-8BE4-36BB-BA7F-2DF1FB55A4F2}"/>
          </ac:cxnSpMkLst>
        </pc:cxnChg>
        <pc:cxnChg chg="add mod">
          <ac:chgData name="Aatmika Barve" userId="778fd8b1b8220c1c" providerId="LiveId" clId="{EE2F968F-9FDB-4CC8-893D-0CAB811CB5A4}" dt="2025-01-16T14:00:26.555" v="297" actId="164"/>
          <ac:cxnSpMkLst>
            <pc:docMk/>
            <pc:sldMk cId="1198766444" sldId="256"/>
            <ac:cxnSpMk id="97" creationId="{19AC1366-073D-C202-AB65-87B3A54D4361}"/>
          </ac:cxnSpMkLst>
        </pc:cxnChg>
        <pc:cxnChg chg="mod">
          <ac:chgData name="Aatmika Barve" userId="778fd8b1b8220c1c" providerId="LiveId" clId="{EE2F968F-9FDB-4CC8-893D-0CAB811CB5A4}" dt="2025-01-16T13:58:59.411" v="290" actId="164"/>
          <ac:cxnSpMkLst>
            <pc:docMk/>
            <pc:sldMk cId="1198766444" sldId="256"/>
            <ac:cxnSpMk id="149" creationId="{52C66AC3-92D2-1B1C-B882-7EC8708D0D6F}"/>
          </ac:cxnSpMkLst>
        </pc:cxnChg>
        <pc:cxnChg chg="mod">
          <ac:chgData name="Aatmika Barve" userId="778fd8b1b8220c1c" providerId="LiveId" clId="{EE2F968F-9FDB-4CC8-893D-0CAB811CB5A4}" dt="2025-01-16T13:58:59.411" v="290" actId="164"/>
          <ac:cxnSpMkLst>
            <pc:docMk/>
            <pc:sldMk cId="1198766444" sldId="256"/>
            <ac:cxnSpMk id="154" creationId="{1BA1ABD7-1C5C-4ADB-82E5-0365A94255F1}"/>
          </ac:cxnSpMkLst>
        </pc:cxnChg>
        <pc:cxnChg chg="mod">
          <ac:chgData name="Aatmika Barve" userId="778fd8b1b8220c1c" providerId="LiveId" clId="{EE2F968F-9FDB-4CC8-893D-0CAB811CB5A4}" dt="2025-01-16T14:00:26.555" v="297" actId="164"/>
          <ac:cxnSpMkLst>
            <pc:docMk/>
            <pc:sldMk cId="1198766444" sldId="256"/>
            <ac:cxnSpMk id="170" creationId="{820FEE0B-BEFA-53C3-2816-E992EE84933D}"/>
          </ac:cxnSpMkLst>
        </pc:cxnChg>
      </pc:sldChg>
    </pc:docChg>
  </pc:docChgLst>
  <pc:docChgLst>
    <pc:chgData name="Kevin Richetin" userId="b0ccaec20e10084c" providerId="LiveId" clId="{FD384E25-8EA2-491F-9630-4C164930471A}"/>
    <pc:docChg chg="undo custSel delSld modSld sldOrd delMainMaster">
      <pc:chgData name="Kevin Richetin" userId="b0ccaec20e10084c" providerId="LiveId" clId="{FD384E25-8EA2-491F-9630-4C164930471A}" dt="2025-01-16T11:22:28.727" v="62" actId="1076"/>
      <pc:docMkLst>
        <pc:docMk/>
      </pc:docMkLst>
      <pc:sldChg chg="addSp delSp modSp mod">
        <pc:chgData name="Kevin Richetin" userId="b0ccaec20e10084c" providerId="LiveId" clId="{FD384E25-8EA2-491F-9630-4C164930471A}" dt="2025-01-16T11:22:28.727" v="62" actId="1076"/>
        <pc:sldMkLst>
          <pc:docMk/>
          <pc:sldMk cId="1198766444" sldId="256"/>
        </pc:sldMkLst>
        <pc:spChg chg="mod">
          <ac:chgData name="Kevin Richetin" userId="b0ccaec20e10084c" providerId="LiveId" clId="{FD384E25-8EA2-491F-9630-4C164930471A}" dt="2025-01-16T11:22:25.164" v="61" actId="1076"/>
          <ac:spMkLst>
            <pc:docMk/>
            <pc:sldMk cId="1198766444" sldId="256"/>
            <ac:spMk id="10" creationId="{5DD780BA-7E8B-4D35-0CD6-ADFD145C330A}"/>
          </ac:spMkLst>
        </pc:spChg>
        <pc:spChg chg="mod">
          <ac:chgData name="Kevin Richetin" userId="b0ccaec20e10084c" providerId="LiveId" clId="{FD384E25-8EA2-491F-9630-4C164930471A}" dt="2025-01-16T11:22:28.727" v="62" actId="1076"/>
          <ac:spMkLst>
            <pc:docMk/>
            <pc:sldMk cId="1198766444" sldId="256"/>
            <ac:spMk id="11" creationId="{1C32B374-30AF-DFCF-F235-3226C90DB40F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31" creationId="{79637091-22F9-C856-167D-80A77B1D3468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32" creationId="{17496A0D-AB01-1466-85A4-DAD06711E86F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33" creationId="{1C49701A-BAEB-799E-0BF9-AA2DA908EEA3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34" creationId="{60A321BD-F0BC-0FC9-A62F-9F950AEE8584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38" creationId="{5A080D4B-F699-EF7E-B30D-9E155EDFFEA7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39" creationId="{C506394F-3A4A-912C-0FBF-7487C2F45660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42" creationId="{7A4E3EA2-99C3-0736-ED25-FAB731CDB953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55" creationId="{14ADE135-599C-9AF3-FD11-DABC173BA8F3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62" creationId="{9249F35B-F475-2F79-F1B5-9975D18FB349}"/>
          </ac:spMkLst>
        </pc:spChg>
        <pc:spChg chg="mod">
          <ac:chgData name="Kevin Richetin" userId="b0ccaec20e10084c" providerId="LiveId" clId="{FD384E25-8EA2-491F-9630-4C164930471A}" dt="2025-01-16T11:21:06.277" v="47"/>
          <ac:spMkLst>
            <pc:docMk/>
            <pc:sldMk cId="1198766444" sldId="256"/>
            <ac:spMk id="163" creationId="{45E95F86-F65E-FF85-D541-DD798991C404}"/>
          </ac:spMkLst>
        </pc:spChg>
        <pc:spChg chg="mod">
          <ac:chgData name="Kevin Richetin" userId="b0ccaec20e10084c" providerId="LiveId" clId="{FD384E25-8EA2-491F-9630-4C164930471A}" dt="2025-01-16T11:21:25.777" v="59" actId="20577"/>
          <ac:spMkLst>
            <pc:docMk/>
            <pc:sldMk cId="1198766444" sldId="256"/>
            <ac:spMk id="169" creationId="{968C547A-03AA-EFB7-BB70-5F6981D7E911}"/>
          </ac:spMkLst>
        </pc:spChg>
        <pc:grpChg chg="mod">
          <ac:chgData name="Kevin Richetin" userId="b0ccaec20e10084c" providerId="LiveId" clId="{FD384E25-8EA2-491F-9630-4C164930471A}" dt="2025-01-16T11:21:14.758" v="49" actId="1076"/>
          <ac:grpSpMkLst>
            <pc:docMk/>
            <pc:sldMk cId="1198766444" sldId="256"/>
            <ac:grpSpMk id="158" creationId="{CEB046BF-17D2-D3D4-AE54-09A753AD8156}"/>
          </ac:grpSpMkLst>
        </pc:grpChg>
        <pc:graphicFrameChg chg="mod">
          <ac:chgData name="Kevin Richetin" userId="b0ccaec20e10084c" providerId="LiveId" clId="{FD384E25-8EA2-491F-9630-4C164930471A}" dt="2025-01-16T11:22:25.164" v="61" actId="1076"/>
          <ac:graphicFrameMkLst>
            <pc:docMk/>
            <pc:sldMk cId="1198766444" sldId="256"/>
            <ac:graphicFrameMk id="7" creationId="{CB88B1D8-047F-ECFE-F1D6-892FA252C669}"/>
          </ac:graphicFrameMkLst>
        </pc:graphicFrameChg>
        <pc:graphicFrameChg chg="mod">
          <ac:chgData name="Kevin Richetin" userId="b0ccaec20e10084c" providerId="LiveId" clId="{FD384E25-8EA2-491F-9630-4C164930471A}" dt="2025-01-16T11:22:25.164" v="61" actId="1076"/>
          <ac:graphicFrameMkLst>
            <pc:docMk/>
            <pc:sldMk cId="1198766444" sldId="256"/>
            <ac:graphicFrameMk id="8" creationId="{57E2E421-D378-B8C8-AD62-CC401FE040A3}"/>
          </ac:graphicFrameMkLst>
        </pc:graphicFrameChg>
        <pc:graphicFrameChg chg="mod">
          <ac:chgData name="Kevin Richetin" userId="b0ccaec20e10084c" providerId="LiveId" clId="{FD384E25-8EA2-491F-9630-4C164930471A}" dt="2025-01-16T11:22:25.164" v="61" actId="1076"/>
          <ac:graphicFrameMkLst>
            <pc:docMk/>
            <pc:sldMk cId="1198766444" sldId="256"/>
            <ac:graphicFrameMk id="9" creationId="{9593FDC3-C4E5-E8DC-F631-35C6FB902A22}"/>
          </ac:graphicFrameMkLst>
        </pc:graphicFrameChg>
        <pc:picChg chg="mod">
          <ac:chgData name="Kevin Richetin" userId="b0ccaec20e10084c" providerId="LiveId" clId="{FD384E25-8EA2-491F-9630-4C164930471A}" dt="2025-01-16T11:20:33.433" v="46" actId="1076"/>
          <ac:picMkLst>
            <pc:docMk/>
            <pc:sldMk cId="1198766444" sldId="256"/>
            <ac:picMk id="5" creationId="{A1547B26-1611-6911-7AD7-F3A4BE3A3F7C}"/>
          </ac:picMkLst>
        </pc:picChg>
        <pc:cxnChg chg="mod">
          <ac:chgData name="Kevin Richetin" userId="b0ccaec20e10084c" providerId="LiveId" clId="{FD384E25-8EA2-491F-9630-4C164930471A}" dt="2025-01-16T11:21:14.758" v="49" actId="1076"/>
          <ac:cxnSpMkLst>
            <pc:docMk/>
            <pc:sldMk cId="1198766444" sldId="256"/>
            <ac:cxnSpMk id="170" creationId="{820FEE0B-BEFA-53C3-2816-E992EE84933D}"/>
          </ac:cxnSpMkLst>
        </pc:cxnChg>
      </pc:sldChg>
      <pc:sldChg chg="addSp delSp modSp del mod ord">
        <pc:chgData name="Kevin Richetin" userId="b0ccaec20e10084c" providerId="LiveId" clId="{FD384E25-8EA2-491F-9630-4C164930471A}" dt="2025-01-16T11:19:54.034" v="38" actId="47"/>
        <pc:sldMkLst>
          <pc:docMk/>
          <pc:sldMk cId="2091169852" sldId="260"/>
        </pc:sldMkLst>
      </pc:sldChg>
      <pc:sldChg chg="delSp modSp del mod">
        <pc:chgData name="Kevin Richetin" userId="b0ccaec20e10084c" providerId="LiveId" clId="{FD384E25-8EA2-491F-9630-4C164930471A}" dt="2025-01-16T11:20:28.248" v="45" actId="47"/>
        <pc:sldMkLst>
          <pc:docMk/>
          <pc:sldMk cId="2715701211" sldId="261"/>
        </pc:sldMkLst>
      </pc:sldChg>
      <pc:sldMasterChg chg="del delSldLayout">
        <pc:chgData name="Kevin Richetin" userId="b0ccaec20e10084c" providerId="LiveId" clId="{FD384E25-8EA2-491F-9630-4C164930471A}" dt="2025-01-16T11:20:28.248" v="45" actId="47"/>
        <pc:sldMasterMkLst>
          <pc:docMk/>
          <pc:sldMasterMk cId="2353707904" sldId="2147483660"/>
        </pc:sldMasterMkLst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626741746" sldId="2147483661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2721344186" sldId="2147483662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1978582735" sldId="2147483663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1765734655" sldId="2147483664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3735970498" sldId="2147483665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1341880634" sldId="2147483666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4039013740" sldId="2147483667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3749931579" sldId="2147483668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1353692815" sldId="2147483669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3920523573" sldId="2147483670"/>
          </pc:sldLayoutMkLst>
        </pc:sldLayoutChg>
        <pc:sldLayoutChg chg="del">
          <pc:chgData name="Kevin Richetin" userId="b0ccaec20e10084c" providerId="LiveId" clId="{FD384E25-8EA2-491F-9630-4C164930471A}" dt="2025-01-16T11:20:28.248" v="45" actId="47"/>
          <pc:sldLayoutMkLst>
            <pc:docMk/>
            <pc:sldMasterMk cId="2353707904" sldId="2147483660"/>
            <pc:sldLayoutMk cId="262067347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0643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6960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6459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8249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0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7201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7468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7576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8702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3314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583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9B7F7-F15F-4D75-BB3D-98CCAFF6D8AB}" type="datetimeFigureOut">
              <a:rPr lang="fr-CH" smtClean="0"/>
              <a:t>03.04.2025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06E2A-C769-4F0B-A5A8-F54FF7D2354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1634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1547B26-1611-6911-7AD7-F3A4BE3A3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65"/>
          <a:stretch/>
        </p:blipFill>
        <p:spPr>
          <a:xfrm>
            <a:off x="4765689" y="5299637"/>
            <a:ext cx="13044047" cy="7813752"/>
          </a:xfrm>
          <a:prstGeom prst="rect">
            <a:avLst/>
          </a:prstGeom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CB88B1D8-047F-ECFE-F1D6-892FA252C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20152"/>
              </p:ext>
            </p:extLst>
          </p:nvPr>
        </p:nvGraphicFramePr>
        <p:xfrm>
          <a:off x="21132017" y="5021137"/>
          <a:ext cx="5148778" cy="41605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7163">
                  <a:extLst>
                    <a:ext uri="{9D8B030D-6E8A-4147-A177-3AD203B41FA5}">
                      <a16:colId xmlns:a16="http://schemas.microsoft.com/office/drawing/2014/main" val="4236305196"/>
                    </a:ext>
                  </a:extLst>
                </a:gridCol>
                <a:gridCol w="1790679">
                  <a:extLst>
                    <a:ext uri="{9D8B030D-6E8A-4147-A177-3AD203B41FA5}">
                      <a16:colId xmlns:a16="http://schemas.microsoft.com/office/drawing/2014/main" val="3804947386"/>
                    </a:ext>
                  </a:extLst>
                </a:gridCol>
                <a:gridCol w="2490936">
                  <a:extLst>
                    <a:ext uri="{9D8B030D-6E8A-4147-A177-3AD203B41FA5}">
                      <a16:colId xmlns:a16="http://schemas.microsoft.com/office/drawing/2014/main" val="3877451828"/>
                    </a:ext>
                  </a:extLst>
                </a:gridCol>
              </a:tblGrid>
              <a:tr h="262266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BASP1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0,8636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310813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PACS1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0,823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99857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0,8183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55598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RAB14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0,7904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623230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CPLX2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0,782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179599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MAPT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0,7511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00181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SYT1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0,7507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107202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PPP5C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0,7489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564234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MAP6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0,7455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485303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CD47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0,7445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538193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PAK3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0,7397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14606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EPHA4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0,7377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93360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RAB1A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0,7363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849164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PDCD5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0,7348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417195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RHOB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0,727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0,0002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203979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LRRC57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0,7243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0,0002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33060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HSPA4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0,7227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0,0002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304042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DNAJC5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0,7209</a:t>
                      </a:r>
                      <a:endParaRPr lang="fr-CH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0,0002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025776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SGIP1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0,719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0,0002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rgbClr val="FF9B9B">
                        <a:alpha val="9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903560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57E2E421-D378-B8C8-AD62-CC401FE04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79924"/>
              </p:ext>
            </p:extLst>
          </p:nvPr>
        </p:nvGraphicFramePr>
        <p:xfrm>
          <a:off x="21132015" y="9335909"/>
          <a:ext cx="5148778" cy="433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7163">
                  <a:extLst>
                    <a:ext uri="{9D8B030D-6E8A-4147-A177-3AD203B41FA5}">
                      <a16:colId xmlns:a16="http://schemas.microsoft.com/office/drawing/2014/main" val="97613053"/>
                    </a:ext>
                  </a:extLst>
                </a:gridCol>
                <a:gridCol w="1790682">
                  <a:extLst>
                    <a:ext uri="{9D8B030D-6E8A-4147-A177-3AD203B41FA5}">
                      <a16:colId xmlns:a16="http://schemas.microsoft.com/office/drawing/2014/main" val="1614352076"/>
                    </a:ext>
                  </a:extLst>
                </a:gridCol>
                <a:gridCol w="2490933">
                  <a:extLst>
                    <a:ext uri="{9D8B030D-6E8A-4147-A177-3AD203B41FA5}">
                      <a16:colId xmlns:a16="http://schemas.microsoft.com/office/drawing/2014/main" val="892155035"/>
                    </a:ext>
                  </a:extLst>
                </a:gridCol>
              </a:tblGrid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GLTP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-0,8011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36880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CRYAB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-0,7954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585861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TPP1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-0,7839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0,00000001</a:t>
                      </a:r>
                      <a:endParaRPr lang="fr-CH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26632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CPM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-0,7501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387622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CYB5R2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-0,7443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0,0001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65049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LAMP1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-0,7406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741825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APOD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-0,7306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0,0002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767706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FLNB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-0,7254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0,0002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867797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RPN1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-0,7193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0,0002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161008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PLCD3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-0,7129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0,0003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078053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DDX3X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-0,7102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0,0003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486678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PNP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-0,7086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0,0003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43928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PTGDS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-0,7059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0,0003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308734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VCL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-0,7034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0,0004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66536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MOG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-0,6864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0,0006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068589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MVP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-0,6856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0,0006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592794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NUDT5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-0,6801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0,0007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214377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ITGA2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-0,6721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0,0008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14227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BCAS1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-0,671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0,0009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64381"/>
                  </a:ext>
                </a:extLst>
              </a:tr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HSPA2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-0,6681</a:t>
                      </a: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0,0009</a:t>
                      </a:r>
                      <a:endParaRPr lang="fr-CH" sz="13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86106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9593FDC3-C4E5-E8DC-F631-35C6FB902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962791"/>
              </p:ext>
            </p:extLst>
          </p:nvPr>
        </p:nvGraphicFramePr>
        <p:xfrm>
          <a:off x="21132015" y="4685673"/>
          <a:ext cx="5148778" cy="216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7163">
                  <a:extLst>
                    <a:ext uri="{9D8B030D-6E8A-4147-A177-3AD203B41FA5}">
                      <a16:colId xmlns:a16="http://schemas.microsoft.com/office/drawing/2014/main" val="1968679134"/>
                    </a:ext>
                  </a:extLst>
                </a:gridCol>
                <a:gridCol w="1790679">
                  <a:extLst>
                    <a:ext uri="{9D8B030D-6E8A-4147-A177-3AD203B41FA5}">
                      <a16:colId xmlns:a16="http://schemas.microsoft.com/office/drawing/2014/main" val="1964695380"/>
                    </a:ext>
                  </a:extLst>
                </a:gridCol>
                <a:gridCol w="2490936">
                  <a:extLst>
                    <a:ext uri="{9D8B030D-6E8A-4147-A177-3AD203B41FA5}">
                      <a16:colId xmlns:a16="http://schemas.microsoft.com/office/drawing/2014/main" val="3170974608"/>
                    </a:ext>
                  </a:extLst>
                </a:gridCol>
              </a:tblGrid>
              <a:tr h="216570"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Protein </a:t>
                      </a:r>
                      <a:endParaRPr lang="fr-CH" sz="13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Rvalue</a:t>
                      </a:r>
                      <a:endParaRPr lang="fr-CH" sz="13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H" sz="13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Pvalue</a:t>
                      </a:r>
                      <a:endParaRPr lang="fr-CH" sz="13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063" marR="14063" marT="14063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458906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5DD780BA-7E8B-4D35-0CD6-ADFD145C330A}"/>
              </a:ext>
            </a:extLst>
          </p:cNvPr>
          <p:cNvSpPr txBox="1"/>
          <p:nvPr/>
        </p:nvSpPr>
        <p:spPr>
          <a:xfrm rot="16200000">
            <a:off x="18760843" y="6811108"/>
            <a:ext cx="3660682" cy="637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72" dirty="0"/>
              <a:t>Top 20 BD-EV positive proteins</a:t>
            </a:r>
          </a:p>
          <a:p>
            <a:r>
              <a:rPr lang="en-US" sz="1772" dirty="0"/>
              <a:t>correlated with BD-EV GAP43 levels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C32B374-30AF-DFCF-F235-3226C90DB40F}"/>
              </a:ext>
            </a:extLst>
          </p:cNvPr>
          <p:cNvSpPr txBox="1"/>
          <p:nvPr/>
        </p:nvSpPr>
        <p:spPr>
          <a:xfrm rot="16200000">
            <a:off x="18709487" y="11396605"/>
            <a:ext cx="3660682" cy="637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72" dirty="0"/>
              <a:t>Top 20 BD-EV negative proteins</a:t>
            </a:r>
          </a:p>
          <a:p>
            <a:r>
              <a:rPr lang="en-US" sz="1772" dirty="0"/>
              <a:t>correlated with BD-EV GAP43 levels</a:t>
            </a:r>
          </a:p>
        </p:txBody>
      </p:sp>
      <p:grpSp>
        <p:nvGrpSpPr>
          <p:cNvPr id="158" name="Groupe 157">
            <a:extLst>
              <a:ext uri="{FF2B5EF4-FFF2-40B4-BE49-F238E27FC236}">
                <a16:creationId xmlns:a16="http://schemas.microsoft.com/office/drawing/2014/main" id="{CEB046BF-17D2-D3D4-AE54-09A753AD8156}"/>
              </a:ext>
            </a:extLst>
          </p:cNvPr>
          <p:cNvGrpSpPr/>
          <p:nvPr/>
        </p:nvGrpSpPr>
        <p:grpSpPr>
          <a:xfrm>
            <a:off x="15668351" y="9730535"/>
            <a:ext cx="1700244" cy="243766"/>
            <a:chOff x="4914846" y="7444419"/>
            <a:chExt cx="1345322" cy="19288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EE54DD3E-8CF0-0195-489A-F699D7DC592B}"/>
                </a:ext>
              </a:extLst>
            </p:cNvPr>
            <p:cNvSpPr/>
            <p:nvPr/>
          </p:nvSpPr>
          <p:spPr>
            <a:xfrm>
              <a:off x="5222781" y="7444419"/>
              <a:ext cx="197644" cy="1905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sz="1772"/>
            </a:p>
          </p:txBody>
        </p:sp>
        <p:sp>
          <p:nvSpPr>
            <p:cNvPr id="160" name="Ellipse 159">
              <a:extLst>
                <a:ext uri="{FF2B5EF4-FFF2-40B4-BE49-F238E27FC236}">
                  <a16:creationId xmlns:a16="http://schemas.microsoft.com/office/drawing/2014/main" id="{02CE69C6-A66A-9461-CC5B-85BE96030178}"/>
                </a:ext>
              </a:extLst>
            </p:cNvPr>
            <p:cNvSpPr/>
            <p:nvPr/>
          </p:nvSpPr>
          <p:spPr>
            <a:xfrm>
              <a:off x="5474003" y="7444419"/>
              <a:ext cx="197644" cy="1905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sz="1772"/>
            </a:p>
          </p:txBody>
        </p:sp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C82E7A63-02D1-F13A-F20B-D9DA84E7377D}"/>
                </a:ext>
              </a:extLst>
            </p:cNvPr>
            <p:cNvSpPr/>
            <p:nvPr/>
          </p:nvSpPr>
          <p:spPr>
            <a:xfrm>
              <a:off x="5725225" y="7444419"/>
              <a:ext cx="197644" cy="190500"/>
            </a:xfrm>
            <a:prstGeom prst="ellipse">
              <a:avLst/>
            </a:prstGeom>
            <a:solidFill>
              <a:srgbClr val="FFCDC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sz="1772"/>
            </a:p>
          </p:txBody>
        </p:sp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9249F35B-F475-2F79-F1B5-9975D18FB349}"/>
                </a:ext>
              </a:extLst>
            </p:cNvPr>
            <p:cNvSpPr/>
            <p:nvPr/>
          </p:nvSpPr>
          <p:spPr>
            <a:xfrm>
              <a:off x="5976447" y="7444419"/>
              <a:ext cx="197644" cy="190500"/>
            </a:xfrm>
            <a:prstGeom prst="ellipse">
              <a:avLst/>
            </a:prstGeom>
            <a:solidFill>
              <a:srgbClr val="FC4E2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sz="1772"/>
            </a:p>
          </p:txBody>
        </p:sp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45E95F86-F65E-FF85-D541-DD798991C404}"/>
                </a:ext>
              </a:extLst>
            </p:cNvPr>
            <p:cNvSpPr/>
            <p:nvPr/>
          </p:nvSpPr>
          <p:spPr>
            <a:xfrm>
              <a:off x="4957422" y="7446799"/>
              <a:ext cx="197644" cy="190500"/>
            </a:xfrm>
            <a:prstGeom prst="ellipse">
              <a:avLst/>
            </a:prstGeom>
            <a:solidFill>
              <a:srgbClr val="6792B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sz="1772"/>
            </a:p>
          </p:txBody>
        </p:sp>
        <p:sp>
          <p:nvSpPr>
            <p:cNvPr id="164" name="TextBox 103">
              <a:extLst>
                <a:ext uri="{FF2B5EF4-FFF2-40B4-BE49-F238E27FC236}">
                  <a16:creationId xmlns:a16="http://schemas.microsoft.com/office/drawing/2014/main" id="{E4642C60-D942-C6E5-B946-BE6995F8C8B7}"/>
                </a:ext>
              </a:extLst>
            </p:cNvPr>
            <p:cNvSpPr txBox="1"/>
            <p:nvPr/>
          </p:nvSpPr>
          <p:spPr>
            <a:xfrm>
              <a:off x="5933342" y="7452568"/>
              <a:ext cx="326826" cy="1782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738"/>
                <a:t>1</a:t>
              </a:r>
              <a:endParaRPr lang="en-US" sz="738"/>
            </a:p>
          </p:txBody>
        </p:sp>
        <p:sp>
          <p:nvSpPr>
            <p:cNvPr id="165" name="TextBox 103">
              <a:extLst>
                <a:ext uri="{FF2B5EF4-FFF2-40B4-BE49-F238E27FC236}">
                  <a16:creationId xmlns:a16="http://schemas.microsoft.com/office/drawing/2014/main" id="{773F8B01-B019-1BD0-F694-28633E5C19C5}"/>
                </a:ext>
              </a:extLst>
            </p:cNvPr>
            <p:cNvSpPr txBox="1"/>
            <p:nvPr/>
          </p:nvSpPr>
          <p:spPr>
            <a:xfrm>
              <a:off x="5435835" y="7452922"/>
              <a:ext cx="414634" cy="1782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738"/>
                <a:t>0</a:t>
              </a:r>
              <a:endParaRPr lang="en-US" sz="738"/>
            </a:p>
          </p:txBody>
        </p:sp>
        <p:sp>
          <p:nvSpPr>
            <p:cNvPr id="166" name="TextBox 103">
              <a:extLst>
                <a:ext uri="{FF2B5EF4-FFF2-40B4-BE49-F238E27FC236}">
                  <a16:creationId xmlns:a16="http://schemas.microsoft.com/office/drawing/2014/main" id="{ACF06827-EA41-8131-1B8A-52EB5114C28F}"/>
                </a:ext>
              </a:extLst>
            </p:cNvPr>
            <p:cNvSpPr txBox="1"/>
            <p:nvPr/>
          </p:nvSpPr>
          <p:spPr>
            <a:xfrm>
              <a:off x="5649997" y="7454555"/>
              <a:ext cx="414634" cy="158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591"/>
                <a:t>+0.5</a:t>
              </a:r>
              <a:endParaRPr lang="en-US" sz="591"/>
            </a:p>
          </p:txBody>
        </p:sp>
        <p:sp>
          <p:nvSpPr>
            <p:cNvPr id="167" name="TextBox 103">
              <a:extLst>
                <a:ext uri="{FF2B5EF4-FFF2-40B4-BE49-F238E27FC236}">
                  <a16:creationId xmlns:a16="http://schemas.microsoft.com/office/drawing/2014/main" id="{2185EE13-4D45-E472-1189-4AF387493FC9}"/>
                </a:ext>
              </a:extLst>
            </p:cNvPr>
            <p:cNvSpPr txBox="1"/>
            <p:nvPr/>
          </p:nvSpPr>
          <p:spPr>
            <a:xfrm>
              <a:off x="5146443" y="7457540"/>
              <a:ext cx="414634" cy="158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591"/>
                <a:t>- 0.5</a:t>
              </a:r>
              <a:endParaRPr lang="en-US" sz="591"/>
            </a:p>
          </p:txBody>
        </p:sp>
        <p:sp>
          <p:nvSpPr>
            <p:cNvPr id="168" name="TextBox 103">
              <a:extLst>
                <a:ext uri="{FF2B5EF4-FFF2-40B4-BE49-F238E27FC236}">
                  <a16:creationId xmlns:a16="http://schemas.microsoft.com/office/drawing/2014/main" id="{C3093CD6-C5E0-2877-B7F4-51E10A91E21C}"/>
                </a:ext>
              </a:extLst>
            </p:cNvPr>
            <p:cNvSpPr txBox="1"/>
            <p:nvPr/>
          </p:nvSpPr>
          <p:spPr>
            <a:xfrm>
              <a:off x="4914846" y="7455157"/>
              <a:ext cx="414634" cy="158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591"/>
                <a:t>- 1</a:t>
              </a:r>
              <a:endParaRPr lang="en-US" sz="591"/>
            </a:p>
          </p:txBody>
        </p:sp>
      </p:grpSp>
      <p:sp>
        <p:nvSpPr>
          <p:cNvPr id="169" name="ZoneTexte 168">
            <a:extLst>
              <a:ext uri="{FF2B5EF4-FFF2-40B4-BE49-F238E27FC236}">
                <a16:creationId xmlns:a16="http://schemas.microsoft.com/office/drawing/2014/main" id="{968C547A-03AA-EFB7-BB70-5F6981D7E911}"/>
              </a:ext>
            </a:extLst>
          </p:cNvPr>
          <p:cNvSpPr txBox="1"/>
          <p:nvPr/>
        </p:nvSpPr>
        <p:spPr>
          <a:xfrm>
            <a:off x="15110329" y="9405354"/>
            <a:ext cx="2776629" cy="25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sz="1033" dirty="0" err="1"/>
              <a:t>Significant</a:t>
            </a:r>
            <a:r>
              <a:rPr lang="fr-CH" sz="1033" dirty="0"/>
              <a:t> </a:t>
            </a:r>
            <a:r>
              <a:rPr lang="fr-CH" sz="1033" dirty="0" err="1"/>
              <a:t>correlation</a:t>
            </a:r>
            <a:r>
              <a:rPr lang="fr-CH" sz="1033" dirty="0"/>
              <a:t> </a:t>
            </a:r>
            <a:r>
              <a:rPr lang="fr-CH" sz="1033" dirty="0" err="1"/>
              <a:t>with</a:t>
            </a:r>
            <a:r>
              <a:rPr lang="fr-CH" sz="1033" dirty="0"/>
              <a:t> GAP43 (r)</a:t>
            </a:r>
            <a:endParaRPr lang="en-US" sz="1033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89A8710-3572-5F49-86CF-55E618F8B165}"/>
              </a:ext>
            </a:extLst>
          </p:cNvPr>
          <p:cNvGrpSpPr/>
          <p:nvPr/>
        </p:nvGrpSpPr>
        <p:grpSpPr>
          <a:xfrm>
            <a:off x="15244737" y="7674261"/>
            <a:ext cx="2467807" cy="1580588"/>
            <a:chOff x="15546681" y="8071953"/>
            <a:chExt cx="2255402" cy="1444546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52FB378-BEEA-7761-A6CF-47E8C3111ADF}"/>
                </a:ext>
              </a:extLst>
            </p:cNvPr>
            <p:cNvSpPr/>
            <p:nvPr/>
          </p:nvSpPr>
          <p:spPr>
            <a:xfrm>
              <a:off x="15546681" y="8071953"/>
              <a:ext cx="2255402" cy="144454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23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00445EF8-5ED1-60C5-34AF-222E4B70C923}"/>
                </a:ext>
              </a:extLst>
            </p:cNvPr>
            <p:cNvGrpSpPr/>
            <p:nvPr/>
          </p:nvGrpSpPr>
          <p:grpSpPr>
            <a:xfrm>
              <a:off x="15618231" y="8135977"/>
              <a:ext cx="2151469" cy="1332288"/>
              <a:chOff x="15618231" y="8135977"/>
              <a:chExt cx="2151469" cy="1332288"/>
            </a:xfrm>
          </p:grpSpPr>
          <p:grpSp>
            <p:nvGrpSpPr>
              <p:cNvPr id="129" name="Group 107">
                <a:extLst>
                  <a:ext uri="{FF2B5EF4-FFF2-40B4-BE49-F238E27FC236}">
                    <a16:creationId xmlns:a16="http://schemas.microsoft.com/office/drawing/2014/main" id="{F55A6F14-522E-012B-76EE-E4A83D8D6213}"/>
                  </a:ext>
                </a:extLst>
              </p:cNvPr>
              <p:cNvGrpSpPr/>
              <p:nvPr/>
            </p:nvGrpSpPr>
            <p:grpSpPr>
              <a:xfrm>
                <a:off x="15620620" y="8135977"/>
                <a:ext cx="2149080" cy="1111905"/>
                <a:chOff x="205933" y="7168658"/>
                <a:chExt cx="1258536" cy="647751"/>
              </a:xfrm>
            </p:grpSpPr>
            <p:sp>
              <p:nvSpPr>
                <p:cNvPr id="131" name="Oval 83">
                  <a:extLst>
                    <a:ext uri="{FF2B5EF4-FFF2-40B4-BE49-F238E27FC236}">
                      <a16:creationId xmlns:a16="http://schemas.microsoft.com/office/drawing/2014/main" id="{79637091-22F9-C856-167D-80A77B1D3468}"/>
                    </a:ext>
                  </a:extLst>
                </p:cNvPr>
                <p:cNvSpPr/>
                <p:nvPr/>
              </p:nvSpPr>
              <p:spPr>
                <a:xfrm>
                  <a:off x="205933" y="7207642"/>
                  <a:ext cx="76899" cy="76898"/>
                </a:xfrm>
                <a:prstGeom prst="ellipse">
                  <a:avLst/>
                </a:prstGeom>
                <a:noFill/>
                <a:ln w="28575">
                  <a:solidFill>
                    <a:srgbClr val="FF92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5023" b="1"/>
                </a:p>
              </p:txBody>
            </p:sp>
            <p:sp>
              <p:nvSpPr>
                <p:cNvPr id="132" name="Oval 84">
                  <a:extLst>
                    <a:ext uri="{FF2B5EF4-FFF2-40B4-BE49-F238E27FC236}">
                      <a16:creationId xmlns:a16="http://schemas.microsoft.com/office/drawing/2014/main" id="{17496A0D-AB01-1466-85A4-DAD06711E86F}"/>
                    </a:ext>
                  </a:extLst>
                </p:cNvPr>
                <p:cNvSpPr/>
                <p:nvPr/>
              </p:nvSpPr>
              <p:spPr>
                <a:xfrm>
                  <a:off x="205933" y="7331503"/>
                  <a:ext cx="76899" cy="76898"/>
                </a:xfrm>
                <a:prstGeom prst="ellipse">
                  <a:avLst/>
                </a:prstGeom>
                <a:noFill/>
                <a:ln w="28575">
                  <a:solidFill>
                    <a:srgbClr val="99D8C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5023"/>
                </a:p>
              </p:txBody>
            </p:sp>
            <p:sp>
              <p:nvSpPr>
                <p:cNvPr id="133" name="Oval 85">
                  <a:extLst>
                    <a:ext uri="{FF2B5EF4-FFF2-40B4-BE49-F238E27FC236}">
                      <a16:creationId xmlns:a16="http://schemas.microsoft.com/office/drawing/2014/main" id="{1C49701A-BAEB-799E-0BF9-AA2DA908EEA3}"/>
                    </a:ext>
                  </a:extLst>
                </p:cNvPr>
                <p:cNvSpPr/>
                <p:nvPr/>
              </p:nvSpPr>
              <p:spPr>
                <a:xfrm>
                  <a:off x="205933" y="7455364"/>
                  <a:ext cx="76899" cy="76898"/>
                </a:xfrm>
                <a:prstGeom prst="ellipse">
                  <a:avLst/>
                </a:prstGeom>
                <a:noFill/>
                <a:ln w="28575">
                  <a:solidFill>
                    <a:srgbClr val="C994C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5023"/>
                </a:p>
              </p:txBody>
            </p:sp>
            <p:sp>
              <p:nvSpPr>
                <p:cNvPr id="134" name="Oval 86">
                  <a:extLst>
                    <a:ext uri="{FF2B5EF4-FFF2-40B4-BE49-F238E27FC236}">
                      <a16:creationId xmlns:a16="http://schemas.microsoft.com/office/drawing/2014/main" id="{60A321BD-F0BC-0FC9-A62F-9F950AEE8584}"/>
                    </a:ext>
                  </a:extLst>
                </p:cNvPr>
                <p:cNvSpPr/>
                <p:nvPr/>
              </p:nvSpPr>
              <p:spPr>
                <a:xfrm>
                  <a:off x="205933" y="7579225"/>
                  <a:ext cx="76899" cy="76898"/>
                </a:xfrm>
                <a:prstGeom prst="ellipse">
                  <a:avLst/>
                </a:prstGeom>
                <a:noFill/>
                <a:ln w="28575">
                  <a:solidFill>
                    <a:srgbClr val="4949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5023"/>
                </a:p>
              </p:txBody>
            </p:sp>
            <p:sp>
              <p:nvSpPr>
                <p:cNvPr id="135" name="Oval 87">
                  <a:extLst>
                    <a:ext uri="{FF2B5EF4-FFF2-40B4-BE49-F238E27FC236}">
                      <a16:creationId xmlns:a16="http://schemas.microsoft.com/office/drawing/2014/main" id="{3B5BFC33-8A4A-8D0D-0CD1-0F8F0C6A07C8}"/>
                    </a:ext>
                  </a:extLst>
                </p:cNvPr>
                <p:cNvSpPr/>
                <p:nvPr/>
              </p:nvSpPr>
              <p:spPr>
                <a:xfrm>
                  <a:off x="205933" y="7703086"/>
                  <a:ext cx="76899" cy="76898"/>
                </a:xfrm>
                <a:prstGeom prst="ellipse">
                  <a:avLst/>
                </a:prstGeom>
                <a:noFill/>
                <a:ln w="28575">
                  <a:solidFill>
                    <a:srgbClr val="FC4E2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5023"/>
                </a:p>
              </p:txBody>
            </p:sp>
            <p:sp>
              <p:nvSpPr>
                <p:cNvPr id="136" name="TextBox 88">
                  <a:extLst>
                    <a:ext uri="{FF2B5EF4-FFF2-40B4-BE49-F238E27FC236}">
                      <a16:creationId xmlns:a16="http://schemas.microsoft.com/office/drawing/2014/main" id="{968E71A7-BDA1-12A9-548D-83DDFBAC2EFC}"/>
                    </a:ext>
                  </a:extLst>
                </p:cNvPr>
                <p:cNvSpPr txBox="1"/>
                <p:nvPr/>
              </p:nvSpPr>
              <p:spPr>
                <a:xfrm>
                  <a:off x="250648" y="7168658"/>
                  <a:ext cx="736185" cy="15486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dirty="0" err="1"/>
                    <a:t>Mitochondria</a:t>
                  </a:r>
                  <a:endParaRPr lang="en-US" sz="886" dirty="0"/>
                </a:p>
              </p:txBody>
            </p:sp>
            <p:sp>
              <p:nvSpPr>
                <p:cNvPr id="137" name="TextBox 89">
                  <a:extLst>
                    <a:ext uri="{FF2B5EF4-FFF2-40B4-BE49-F238E27FC236}">
                      <a16:creationId xmlns:a16="http://schemas.microsoft.com/office/drawing/2014/main" id="{CC1EBCF9-F78D-0154-90E8-CC52A91D6A34}"/>
                    </a:ext>
                  </a:extLst>
                </p:cNvPr>
                <p:cNvSpPr txBox="1"/>
                <p:nvPr/>
              </p:nvSpPr>
              <p:spPr>
                <a:xfrm>
                  <a:off x="250648" y="7291455"/>
                  <a:ext cx="736185" cy="15486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dirty="0" err="1"/>
                    <a:t>Synaptic</a:t>
                  </a:r>
                  <a:r>
                    <a:rPr lang="fr-CH" sz="886" dirty="0"/>
                    <a:t> </a:t>
                  </a:r>
                  <a:r>
                    <a:rPr lang="fr-CH" sz="886" dirty="0" err="1"/>
                    <a:t>Vesicle</a:t>
                  </a:r>
                  <a:endParaRPr lang="en-US" sz="886" dirty="0"/>
                </a:p>
              </p:txBody>
            </p:sp>
            <p:sp>
              <p:nvSpPr>
                <p:cNvPr id="138" name="TextBox 90">
                  <a:extLst>
                    <a:ext uri="{FF2B5EF4-FFF2-40B4-BE49-F238E27FC236}">
                      <a16:creationId xmlns:a16="http://schemas.microsoft.com/office/drawing/2014/main" id="{5A080D4B-F699-EF7E-B30D-9E155EDFFEA7}"/>
                    </a:ext>
                  </a:extLst>
                </p:cNvPr>
                <p:cNvSpPr txBox="1"/>
                <p:nvPr/>
              </p:nvSpPr>
              <p:spPr>
                <a:xfrm>
                  <a:off x="250648" y="7412754"/>
                  <a:ext cx="949502" cy="15486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err="1"/>
                    <a:t>Cell</a:t>
                  </a:r>
                  <a:r>
                    <a:rPr lang="fr-CH" sz="886"/>
                    <a:t> signaling</a:t>
                  </a:r>
                  <a:endParaRPr lang="en-US" sz="886"/>
                </a:p>
              </p:txBody>
            </p:sp>
            <p:sp>
              <p:nvSpPr>
                <p:cNvPr id="139" name="TextBox 91">
                  <a:extLst>
                    <a:ext uri="{FF2B5EF4-FFF2-40B4-BE49-F238E27FC236}">
                      <a16:creationId xmlns:a16="http://schemas.microsoft.com/office/drawing/2014/main" id="{C506394F-3A4A-912C-0FBF-7487C2F45660}"/>
                    </a:ext>
                  </a:extLst>
                </p:cNvPr>
                <p:cNvSpPr txBox="1"/>
                <p:nvPr/>
              </p:nvSpPr>
              <p:spPr>
                <a:xfrm>
                  <a:off x="250647" y="7540240"/>
                  <a:ext cx="1213822" cy="15486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err="1"/>
                    <a:t>Extracellular</a:t>
                  </a:r>
                  <a:r>
                    <a:rPr lang="fr-CH" sz="886"/>
                    <a:t> </a:t>
                  </a:r>
                  <a:r>
                    <a:rPr lang="fr-CH" sz="886" err="1"/>
                    <a:t>vesicle</a:t>
                  </a:r>
                  <a:r>
                    <a:rPr lang="fr-CH" sz="886"/>
                    <a:t> signaling</a:t>
                  </a:r>
                  <a:endParaRPr lang="en-US" sz="886"/>
                </a:p>
              </p:txBody>
            </p:sp>
            <p:sp>
              <p:nvSpPr>
                <p:cNvPr id="140" name="TextBox 92">
                  <a:extLst>
                    <a:ext uri="{FF2B5EF4-FFF2-40B4-BE49-F238E27FC236}">
                      <a16:creationId xmlns:a16="http://schemas.microsoft.com/office/drawing/2014/main" id="{3D254E23-D48A-0CF3-D4F5-0F2198716F2F}"/>
                    </a:ext>
                  </a:extLst>
                </p:cNvPr>
                <p:cNvSpPr txBox="1"/>
                <p:nvPr/>
              </p:nvSpPr>
              <p:spPr>
                <a:xfrm>
                  <a:off x="250647" y="7661541"/>
                  <a:ext cx="949504" cy="15486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dirty="0" err="1"/>
                    <a:t>Endoplasmic</a:t>
                  </a:r>
                  <a:r>
                    <a:rPr lang="fr-CH" sz="886" dirty="0"/>
                    <a:t> </a:t>
                  </a:r>
                  <a:r>
                    <a:rPr lang="fr-CH" sz="886" dirty="0" err="1"/>
                    <a:t>reticulum</a:t>
                  </a:r>
                  <a:endParaRPr lang="en-US" sz="886" dirty="0"/>
                </a:p>
              </p:txBody>
            </p:sp>
          </p:grpSp>
          <p:sp>
            <p:nvSpPr>
              <p:cNvPr id="29" name="TextBox 92">
                <a:extLst>
                  <a:ext uri="{FF2B5EF4-FFF2-40B4-BE49-F238E27FC236}">
                    <a16:creationId xmlns:a16="http://schemas.microsoft.com/office/drawing/2014/main" id="{7E11CB96-6D15-6F33-03E9-A833C1AC3F95}"/>
                  </a:ext>
                </a:extLst>
              </p:cNvPr>
              <p:cNvSpPr txBox="1"/>
              <p:nvPr/>
            </p:nvSpPr>
            <p:spPr>
              <a:xfrm>
                <a:off x="15679777" y="9239613"/>
                <a:ext cx="1621375" cy="22865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fr-CH" sz="886" dirty="0"/>
                  <a:t>  No </a:t>
                </a:r>
                <a:r>
                  <a:rPr lang="fr-CH" sz="886" dirty="0" err="1"/>
                  <a:t>specific</a:t>
                </a:r>
                <a:r>
                  <a:rPr lang="fr-CH" sz="886" dirty="0"/>
                  <a:t> module</a:t>
                </a:r>
                <a:endParaRPr lang="en-US" sz="886" dirty="0"/>
              </a:p>
            </p:txBody>
          </p:sp>
          <p:sp>
            <p:nvSpPr>
              <p:cNvPr id="30" name="Oval 87">
                <a:extLst>
                  <a:ext uri="{FF2B5EF4-FFF2-40B4-BE49-F238E27FC236}">
                    <a16:creationId xmlns:a16="http://schemas.microsoft.com/office/drawing/2014/main" id="{655C2008-12D7-4CC6-006A-3901EC74FBDE}"/>
                  </a:ext>
                </a:extLst>
              </p:cNvPr>
              <p:cNvSpPr/>
              <p:nvPr/>
            </p:nvSpPr>
            <p:spPr>
              <a:xfrm>
                <a:off x="15618231" y="9286643"/>
                <a:ext cx="131313" cy="13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23"/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835C385-148B-2A07-9047-05AA1B727284}"/>
              </a:ext>
            </a:extLst>
          </p:cNvPr>
          <p:cNvGrpSpPr/>
          <p:nvPr/>
        </p:nvGrpSpPr>
        <p:grpSpPr>
          <a:xfrm>
            <a:off x="15097499" y="5800893"/>
            <a:ext cx="2615046" cy="1889628"/>
            <a:chOff x="15321771" y="6340234"/>
            <a:chExt cx="2389967" cy="1726986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A4E3EA2-99C3-0736-ED25-FAB731CDB953}"/>
                </a:ext>
              </a:extLst>
            </p:cNvPr>
            <p:cNvSpPr/>
            <p:nvPr/>
          </p:nvSpPr>
          <p:spPr>
            <a:xfrm>
              <a:off x="15321771" y="6343457"/>
              <a:ext cx="2389967" cy="17237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23"/>
            </a:p>
          </p:txBody>
        </p:sp>
        <p:sp>
          <p:nvSpPr>
            <p:cNvPr id="144" name="Octagon 133">
              <a:extLst>
                <a:ext uri="{FF2B5EF4-FFF2-40B4-BE49-F238E27FC236}">
                  <a16:creationId xmlns:a16="http://schemas.microsoft.com/office/drawing/2014/main" id="{738DD648-E744-3927-5411-BBE5ACAA2387}"/>
                </a:ext>
              </a:extLst>
            </p:cNvPr>
            <p:cNvSpPr/>
            <p:nvPr/>
          </p:nvSpPr>
          <p:spPr>
            <a:xfrm flipH="1">
              <a:off x="15690174" y="6387798"/>
              <a:ext cx="221396" cy="190928"/>
            </a:xfrm>
            <a:prstGeom prst="octagon">
              <a:avLst/>
            </a:prstGeom>
            <a:solidFill>
              <a:srgbClr val="D9D9D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23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DA586294-9F1D-207A-39D5-A264436DE695}"/>
                </a:ext>
              </a:extLst>
            </p:cNvPr>
            <p:cNvSpPr/>
            <p:nvPr/>
          </p:nvSpPr>
          <p:spPr>
            <a:xfrm>
              <a:off x="15672824" y="6664978"/>
              <a:ext cx="311335" cy="97795"/>
            </a:xfrm>
            <a:prstGeom prst="rect">
              <a:avLst/>
            </a:prstGeom>
            <a:solidFill>
              <a:srgbClr val="DEEBF7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23"/>
            </a:p>
          </p:txBody>
        </p:sp>
        <p:sp>
          <p:nvSpPr>
            <p:cNvPr id="146" name="TextBox 135">
              <a:extLst>
                <a:ext uri="{FF2B5EF4-FFF2-40B4-BE49-F238E27FC236}">
                  <a16:creationId xmlns:a16="http://schemas.microsoft.com/office/drawing/2014/main" id="{D65EC29B-D4DC-BF4A-CA15-192DC323EB86}"/>
                </a:ext>
              </a:extLst>
            </p:cNvPr>
            <p:cNvSpPr txBox="1"/>
            <p:nvPr/>
          </p:nvSpPr>
          <p:spPr>
            <a:xfrm>
              <a:off x="16055985" y="6340234"/>
              <a:ext cx="1355502" cy="24590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886" dirty="0" err="1"/>
                <a:t>Protein</a:t>
              </a:r>
              <a:r>
                <a:rPr lang="fr-CH" sz="886" dirty="0"/>
                <a:t> </a:t>
              </a:r>
              <a:r>
                <a:rPr lang="fr-CH" sz="886" dirty="0" err="1"/>
                <a:t>Complex</a:t>
              </a:r>
              <a:endParaRPr lang="en-US" sz="886" dirty="0"/>
            </a:p>
          </p:txBody>
        </p:sp>
        <p:sp>
          <p:nvSpPr>
            <p:cNvPr id="147" name="TextBox 136">
              <a:extLst>
                <a:ext uri="{FF2B5EF4-FFF2-40B4-BE49-F238E27FC236}">
                  <a16:creationId xmlns:a16="http://schemas.microsoft.com/office/drawing/2014/main" id="{3E616029-4B4C-7BEE-401D-1832D1A7CEAF}"/>
                </a:ext>
              </a:extLst>
            </p:cNvPr>
            <p:cNvSpPr txBox="1"/>
            <p:nvPr/>
          </p:nvSpPr>
          <p:spPr>
            <a:xfrm>
              <a:off x="16063429" y="6567299"/>
              <a:ext cx="1151432" cy="24590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886" dirty="0" err="1"/>
                <a:t>Phenotype</a:t>
              </a:r>
              <a:endParaRPr lang="en-US" sz="886" dirty="0"/>
            </a:p>
          </p:txBody>
        </p:sp>
        <p:cxnSp>
          <p:nvCxnSpPr>
            <p:cNvPr id="170" name="Connecteur droit 169">
              <a:extLst>
                <a:ext uri="{FF2B5EF4-FFF2-40B4-BE49-F238E27FC236}">
                  <a16:creationId xmlns:a16="http://schemas.microsoft.com/office/drawing/2014/main" id="{820FEE0B-BEFA-53C3-2816-E992EE8493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73061" y="7518183"/>
              <a:ext cx="299552" cy="6778"/>
            </a:xfrm>
            <a:prstGeom prst="line">
              <a:avLst/>
            </a:prstGeom>
            <a:ln w="9525"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" name="TextBox 128">
              <a:extLst>
                <a:ext uri="{FF2B5EF4-FFF2-40B4-BE49-F238E27FC236}">
                  <a16:creationId xmlns:a16="http://schemas.microsoft.com/office/drawing/2014/main" id="{D0997D22-FD39-0274-BE8F-E82DFA30E161}"/>
                </a:ext>
              </a:extLst>
            </p:cNvPr>
            <p:cNvSpPr txBox="1"/>
            <p:nvPr/>
          </p:nvSpPr>
          <p:spPr>
            <a:xfrm>
              <a:off x="16057350" y="7411095"/>
              <a:ext cx="1281047" cy="22865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886" dirty="0"/>
                <a:t>Indirect interaction</a:t>
              </a:r>
              <a:endParaRPr lang="en-US" sz="886" dirty="0"/>
            </a:p>
          </p:txBody>
        </p:sp>
        <p:sp>
          <p:nvSpPr>
            <p:cNvPr id="3" name="TextBox 128">
              <a:extLst>
                <a:ext uri="{FF2B5EF4-FFF2-40B4-BE49-F238E27FC236}">
                  <a16:creationId xmlns:a16="http://schemas.microsoft.com/office/drawing/2014/main" id="{BA3F5C78-52B0-BFC3-6C47-100509C147B6}"/>
                </a:ext>
              </a:extLst>
            </p:cNvPr>
            <p:cNvSpPr txBox="1"/>
            <p:nvPr/>
          </p:nvSpPr>
          <p:spPr>
            <a:xfrm>
              <a:off x="16056479" y="7589445"/>
              <a:ext cx="1281047" cy="22865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886" dirty="0"/>
                <a:t>Direct interaction</a:t>
              </a:r>
              <a:endParaRPr lang="en-US" sz="886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6DCA41C-8732-B3A5-B897-B4E546E1356B}"/>
                </a:ext>
              </a:extLst>
            </p:cNvPr>
            <p:cNvCxnSpPr>
              <a:cxnSpLocks/>
            </p:cNvCxnSpPr>
            <p:nvPr/>
          </p:nvCxnSpPr>
          <p:spPr>
            <a:xfrm>
              <a:off x="15673061" y="7722664"/>
              <a:ext cx="320322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3050910-63C6-EA70-42B1-C92C6DDB7EA3}"/>
                </a:ext>
              </a:extLst>
            </p:cNvPr>
            <p:cNvGrpSpPr/>
            <p:nvPr/>
          </p:nvGrpSpPr>
          <p:grpSpPr>
            <a:xfrm>
              <a:off x="15667048" y="6829594"/>
              <a:ext cx="1902174" cy="622498"/>
              <a:chOff x="18000460" y="6339024"/>
              <a:chExt cx="1902174" cy="622498"/>
            </a:xfrm>
          </p:grpSpPr>
          <p:grpSp>
            <p:nvGrpSpPr>
              <p:cNvPr id="143" name="Group 130">
                <a:extLst>
                  <a:ext uri="{FF2B5EF4-FFF2-40B4-BE49-F238E27FC236}">
                    <a16:creationId xmlns:a16="http://schemas.microsoft.com/office/drawing/2014/main" id="{5F325C3D-0048-C37B-2A0D-015DBD5C5B10}"/>
                  </a:ext>
                </a:extLst>
              </p:cNvPr>
              <p:cNvGrpSpPr/>
              <p:nvPr/>
            </p:nvGrpSpPr>
            <p:grpSpPr>
              <a:xfrm>
                <a:off x="18000663" y="6339024"/>
                <a:ext cx="1901971" cy="622498"/>
                <a:chOff x="2488351" y="7239130"/>
                <a:chExt cx="1032977" cy="392035"/>
              </a:xfrm>
            </p:grpSpPr>
            <p:sp>
              <p:nvSpPr>
                <p:cNvPr id="148" name="TextBox 127">
                  <a:extLst>
                    <a:ext uri="{FF2B5EF4-FFF2-40B4-BE49-F238E27FC236}">
                      <a16:creationId xmlns:a16="http://schemas.microsoft.com/office/drawing/2014/main" id="{9E697D1C-08A6-FCF1-3BE3-128139D09903}"/>
                    </a:ext>
                  </a:extLst>
                </p:cNvPr>
                <p:cNvSpPr txBox="1"/>
                <p:nvPr/>
              </p:nvSpPr>
              <p:spPr>
                <a:xfrm>
                  <a:off x="2692053" y="7367643"/>
                  <a:ext cx="829275" cy="14400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dirty="0" err="1"/>
                    <a:t>Negative</a:t>
                  </a:r>
                  <a:r>
                    <a:rPr lang="fr-CH" sz="886" dirty="0"/>
                    <a:t> </a:t>
                  </a:r>
                  <a:r>
                    <a:rPr lang="fr-CH" sz="886" dirty="0" err="1"/>
                    <a:t>Regulation</a:t>
                  </a:r>
                  <a:endParaRPr lang="en-US" sz="886" dirty="0"/>
                </a:p>
              </p:txBody>
            </p:sp>
            <p:cxnSp>
              <p:nvCxnSpPr>
                <p:cNvPr id="149" name="Straight Arrow Connector 110">
                  <a:extLst>
                    <a:ext uri="{FF2B5EF4-FFF2-40B4-BE49-F238E27FC236}">
                      <a16:creationId xmlns:a16="http://schemas.microsoft.com/office/drawing/2014/main" id="{52C66AC3-92D2-1B1C-B882-7EC8708D0D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91128" y="7311130"/>
                  <a:ext cx="164693" cy="0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grpSp>
              <p:nvGrpSpPr>
                <p:cNvPr id="151" name="Group 125">
                  <a:extLst>
                    <a:ext uri="{FF2B5EF4-FFF2-40B4-BE49-F238E27FC236}">
                      <a16:creationId xmlns:a16="http://schemas.microsoft.com/office/drawing/2014/main" id="{176ABB23-E0FD-6706-71C5-C6F5E6949923}"/>
                    </a:ext>
                  </a:extLst>
                </p:cNvPr>
                <p:cNvGrpSpPr/>
                <p:nvPr/>
              </p:nvGrpSpPr>
              <p:grpSpPr>
                <a:xfrm>
                  <a:off x="2488351" y="7539136"/>
                  <a:ext cx="172803" cy="45719"/>
                  <a:chOff x="2488351" y="7539136"/>
                  <a:chExt cx="172803" cy="45719"/>
                </a:xfrm>
              </p:grpSpPr>
              <p:cxnSp>
                <p:nvCxnSpPr>
                  <p:cNvPr id="154" name="Straight Arrow Connector 120">
                    <a:extLst>
                      <a:ext uri="{FF2B5EF4-FFF2-40B4-BE49-F238E27FC236}">
                        <a16:creationId xmlns:a16="http://schemas.microsoft.com/office/drawing/2014/main" id="{1BA1ABD7-1C5C-4ADB-82E5-0365A94255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88351" y="7560719"/>
                    <a:ext cx="164693" cy="0"/>
                  </a:xfrm>
                  <a:prstGeom prst="straightConnector1">
                    <a:avLst/>
                  </a:prstGeom>
                  <a:ln>
                    <a:solidFill>
                      <a:srgbClr val="6AD863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14ADE135-599C-9AF3-FD11-DABC173BA8F3}"/>
                      </a:ext>
                    </a:extLst>
                  </p:cNvPr>
                  <p:cNvSpPr/>
                  <p:nvPr/>
                </p:nvSpPr>
                <p:spPr>
                  <a:xfrm>
                    <a:off x="2615435" y="7539136"/>
                    <a:ext cx="45719" cy="45719"/>
                  </a:xfrm>
                  <a:prstGeom prst="rect">
                    <a:avLst/>
                  </a:prstGeom>
                  <a:solidFill>
                    <a:srgbClr val="6AD86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5023"/>
                  </a:p>
                </p:txBody>
              </p:sp>
            </p:grpSp>
            <p:sp>
              <p:nvSpPr>
                <p:cNvPr id="152" name="TextBox 126">
                  <a:extLst>
                    <a:ext uri="{FF2B5EF4-FFF2-40B4-BE49-F238E27FC236}">
                      <a16:creationId xmlns:a16="http://schemas.microsoft.com/office/drawing/2014/main" id="{3DC39E1C-5A4B-9B54-2954-751966B723F5}"/>
                    </a:ext>
                  </a:extLst>
                </p:cNvPr>
                <p:cNvSpPr txBox="1"/>
                <p:nvPr/>
              </p:nvSpPr>
              <p:spPr>
                <a:xfrm>
                  <a:off x="2692053" y="7239130"/>
                  <a:ext cx="798314" cy="14400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dirty="0"/>
                    <a:t>Positive </a:t>
                  </a:r>
                  <a:r>
                    <a:rPr lang="fr-CH" sz="886" dirty="0" err="1"/>
                    <a:t>Regulation</a:t>
                  </a:r>
                  <a:endParaRPr lang="en-US" sz="886" dirty="0"/>
                </a:p>
              </p:txBody>
            </p:sp>
            <p:sp>
              <p:nvSpPr>
                <p:cNvPr id="153" name="TextBox 128">
                  <a:extLst>
                    <a:ext uri="{FF2B5EF4-FFF2-40B4-BE49-F238E27FC236}">
                      <a16:creationId xmlns:a16="http://schemas.microsoft.com/office/drawing/2014/main" id="{6EA64121-04D4-7E76-C4E1-76A6F1305010}"/>
                    </a:ext>
                  </a:extLst>
                </p:cNvPr>
                <p:cNvSpPr txBox="1"/>
                <p:nvPr/>
              </p:nvSpPr>
              <p:spPr>
                <a:xfrm>
                  <a:off x="2691811" y="7487165"/>
                  <a:ext cx="717807" cy="14400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fr-CH" sz="886" dirty="0"/>
                    <a:t>Binding</a:t>
                  </a:r>
                  <a:endParaRPr lang="en-US" sz="886" dirty="0"/>
                </a:p>
              </p:txBody>
            </p:sp>
          </p:grpSp>
          <p:cxnSp>
            <p:nvCxnSpPr>
              <p:cNvPr id="31" name="Straight Arrow Connector 111">
                <a:extLst>
                  <a:ext uri="{FF2B5EF4-FFF2-40B4-BE49-F238E27FC236}">
                    <a16:creationId xmlns:a16="http://schemas.microsoft.com/office/drawing/2014/main" id="{7D9FB2FB-BD63-84F8-266E-B5D026C26C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00460" y="6643715"/>
                <a:ext cx="303444" cy="2260"/>
              </a:xfrm>
              <a:prstGeom prst="straightConnector1">
                <a:avLst/>
              </a:prstGeom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96" name="Straight Arrow Connector 111">
              <a:extLst>
                <a:ext uri="{FF2B5EF4-FFF2-40B4-BE49-F238E27FC236}">
                  <a16:creationId xmlns:a16="http://schemas.microsoft.com/office/drawing/2014/main" id="{48A98146-8BE4-36BB-BA7F-2DF1FB55A4F2}"/>
                </a:ext>
              </a:extLst>
            </p:cNvPr>
            <p:cNvCxnSpPr>
              <a:cxnSpLocks/>
            </p:cNvCxnSpPr>
            <p:nvPr/>
          </p:nvCxnSpPr>
          <p:spPr>
            <a:xfrm>
              <a:off x="15662263" y="7923462"/>
              <a:ext cx="327995" cy="0"/>
            </a:xfrm>
            <a:prstGeom prst="straightConnector1">
              <a:avLst/>
            </a:prstGeom>
            <a:ln>
              <a:headEnd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112">
              <a:extLst>
                <a:ext uri="{FF2B5EF4-FFF2-40B4-BE49-F238E27FC236}">
                  <a16:creationId xmlns:a16="http://schemas.microsoft.com/office/drawing/2014/main" id="{19AC1366-073D-C202-AB65-87B3A54D4361}"/>
                </a:ext>
              </a:extLst>
            </p:cNvPr>
            <p:cNvCxnSpPr>
              <a:cxnSpLocks/>
            </p:cNvCxnSpPr>
            <p:nvPr/>
          </p:nvCxnSpPr>
          <p:spPr>
            <a:xfrm>
              <a:off x="15991226" y="7879624"/>
              <a:ext cx="0" cy="87677"/>
            </a:xfrm>
            <a:prstGeom prst="straightConnector1">
              <a:avLst/>
            </a:prstGeom>
            <a:ln>
              <a:headEnd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TextBox 128">
              <a:extLst>
                <a:ext uri="{FF2B5EF4-FFF2-40B4-BE49-F238E27FC236}">
                  <a16:creationId xmlns:a16="http://schemas.microsoft.com/office/drawing/2014/main" id="{204FC2CE-890E-0AEB-5829-31DCD5BFD29F}"/>
                </a:ext>
              </a:extLst>
            </p:cNvPr>
            <p:cNvSpPr txBox="1"/>
            <p:nvPr/>
          </p:nvSpPr>
          <p:spPr>
            <a:xfrm>
              <a:off x="16056480" y="7786085"/>
              <a:ext cx="1281047" cy="22865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CH" sz="886" dirty="0"/>
                <a:t>Phosphorylation</a:t>
              </a:r>
              <a:endParaRPr lang="en-US" sz="886" dirty="0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6257CFD7-A077-FD72-9457-BE871E381E6B}"/>
              </a:ext>
            </a:extLst>
          </p:cNvPr>
          <p:cNvSpPr txBox="1"/>
          <p:nvPr/>
        </p:nvSpPr>
        <p:spPr>
          <a:xfrm>
            <a:off x="1703439" y="2971800"/>
            <a:ext cx="4837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Réduire la taille de du network</a:t>
            </a:r>
          </a:p>
          <a:p>
            <a:r>
              <a:rPr lang="fr-CH" dirty="0"/>
              <a:t>Montrer les protéines </a:t>
            </a:r>
            <a:r>
              <a:rPr lang="fr-CH" dirty="0" err="1"/>
              <a:t>correlé</a:t>
            </a:r>
            <a:r>
              <a:rPr lang="fr-CH" dirty="0"/>
              <a:t> </a:t>
            </a:r>
          </a:p>
          <a:p>
            <a:r>
              <a:rPr lang="fr-CH" dirty="0"/>
              <a:t>Tenter une </a:t>
            </a:r>
            <a:r>
              <a:rPr lang="fr-CH" dirty="0" err="1"/>
              <a:t>correlation</a:t>
            </a:r>
            <a:r>
              <a:rPr lang="fr-CH" dirty="0"/>
              <a:t> avec </a:t>
            </a:r>
            <a:r>
              <a:rPr lang="fr-CH"/>
              <a:t>l histologie</a:t>
            </a:r>
          </a:p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987664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218</Words>
  <Application>Microsoft Office PowerPoint</Application>
  <PresentationFormat>Personnalisé</PresentationFormat>
  <Paragraphs>147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Richetin</dc:creator>
  <cp:lastModifiedBy>Kevin Richetin</cp:lastModifiedBy>
  <cp:revision>1</cp:revision>
  <dcterms:created xsi:type="dcterms:W3CDTF">2025-01-16T10:51:12Z</dcterms:created>
  <dcterms:modified xsi:type="dcterms:W3CDTF">2025-04-03T10:51:33Z</dcterms:modified>
</cp:coreProperties>
</file>